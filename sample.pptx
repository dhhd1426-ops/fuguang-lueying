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1828800"/>
            <a:ext cx="10363200" cy="17373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4400" b="1" dirty="0">
                <a:solidFill>
                  <a:srgbClr val="F1EBE4"/>
                </a:solidFill>
                <a:latin typeface="Georgia"/>
                <a:ea typeface="宋体"/>
              </a:rPr>
              <a:t>早起的力量</a:t>
            </a:r>
          </a:p>
        </p:txBody>
      </p:sp>
      <p:sp>
        <p:nvSpPr>
          <p:cNvPr id="3" name="Mark"/>
          <p:cNvSpPr/>
          <p:nvPr/>
        </p:nvSpPr>
        <p:spPr>
          <a:xfrm>
            <a:off x="914400" y="3794760"/>
            <a:ext cx="548640" cy="32004"/>
          </a:xfrm>
          <a:prstGeom prst="rect">
            <a:avLst/>
          </a:prstGeom>
          <a:solidFill>
            <a:srgbClr val="E9B48E"/>
          </a:solidFill>
          <a:ln>
            <a:noFill/>
          </a:ln>
        </p:spPr>
      </p:sp>
      <p:sp>
        <p:nvSpPr>
          <p:cNvPr id="4" name="Subtitle"/>
          <p:cNvSpPr txBox="1"/>
          <p:nvPr/>
        </p:nvSpPr>
        <p:spPr>
          <a:xfrm>
            <a:off x="914400" y="4069080"/>
            <a:ext cx="10363200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A39D96"/>
                </a:solidFill>
                <a:latin typeface="Calibri"/>
                <a:ea typeface="微软雅黑"/>
              </a:rPr>
              <a:t>一份给自己的作息提案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A39D96"/>
                </a:solidFill>
                <a:latin typeface="Calibri"/>
                <a:ea typeface="微软雅黑"/>
              </a:rPr>
              <a:t>2026 年 10 月</a:t>
            </a:r>
          </a:p>
        </p:txBody>
      </p:sp>
      <p:sp>
        <p:nvSpPr>
          <p:cNvPr id="5" name="No"/>
          <p:cNvSpPr txBox="1"/>
          <p:nvPr/>
        </p:nvSpPr>
        <p:spPr>
          <a:xfrm>
            <a:off x="9997440" y="63093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zh-CN" altLang="en-US" sz="1100" dirty="0">
                <a:solidFill>
                  <a:srgbClr val="6E6A66"/>
                </a:solidFill>
                <a:latin typeface="Calibri"/>
                <a:ea typeface="微软雅黑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640080"/>
            <a:ext cx="10363200" cy="914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zh-CN" altLang="en-US" sz="3200" b="1" dirty="0">
                <a:solidFill>
                  <a:srgbClr val="F1EBE4"/>
                </a:solidFill>
                <a:latin typeface="Georgia"/>
                <a:ea typeface="宋体"/>
              </a:rPr>
              <a:t>为什么早起</a:t>
            </a:r>
          </a:p>
        </p:txBody>
      </p:sp>
      <p:sp>
        <p:nvSpPr>
          <p:cNvPr id="3" name="Mark"/>
          <p:cNvSpPr/>
          <p:nvPr/>
        </p:nvSpPr>
        <p:spPr>
          <a:xfrm>
            <a:off x="914400" y="1783080"/>
            <a:ext cx="548640" cy="32004"/>
          </a:xfrm>
          <a:prstGeom prst="rect">
            <a:avLst/>
          </a:prstGeom>
          <a:solidFill>
            <a:srgbClr val="E9B48E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914400" y="2103120"/>
            <a:ext cx="10363200" cy="4023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285750">
              <a:lnSpc>
                <a:spcPct val="120000"/>
              </a:lnSpc>
              <a:spcBef>
                <a:spcPts val="1000"/>
              </a:spcBef>
              <a:buClr>
                <a:srgbClr val="E9B48E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F1EBE4"/>
                </a:solidFill>
                <a:latin typeface="Calibri"/>
                <a:ea typeface="微软雅黑"/>
              </a:rPr>
              <a:t>清晨的时间</a:t>
            </a:r>
            <a:r>
              <a:rPr lang="zh-CN" altLang="en-US" sz="2000" b="1" dirty="0">
                <a:solidFill>
                  <a:srgbClr val="E9B48E"/>
                </a:solidFill>
                <a:latin typeface="Calibri"/>
                <a:ea typeface="微软雅黑"/>
              </a:rPr>
              <a:t>不被打扰</a:t>
            </a:r>
          </a:p>
          <a:p>
            <a:pPr marL="685800" indent="-285750">
              <a:lnSpc>
                <a:spcPct val="120000"/>
              </a:lnSpc>
              <a:spcBef>
                <a:spcPts val="400"/>
              </a:spcBef>
              <a:buClr>
                <a:srgbClr val="E9B48E"/>
              </a:buClr>
              <a:buFont typeface="Arial"/>
              <a:buChar char="◦"/>
            </a:pPr>
            <a:r>
              <a:rPr lang="zh-CN" altLang="en-US" sz="1700" dirty="0">
                <a:solidFill>
                  <a:srgbClr val="A39D96"/>
                </a:solidFill>
                <a:latin typeface="Calibri"/>
                <a:ea typeface="微软雅黑"/>
              </a:rPr>
              <a:t>没有消息</a:t>
            </a:r>
          </a:p>
          <a:p>
            <a:pPr marL="685800" indent="-285750">
              <a:lnSpc>
                <a:spcPct val="120000"/>
              </a:lnSpc>
              <a:spcBef>
                <a:spcPts val="400"/>
              </a:spcBef>
              <a:buClr>
                <a:srgbClr val="E9B48E"/>
              </a:buClr>
              <a:buFont typeface="Arial"/>
              <a:buChar char="◦"/>
            </a:pPr>
            <a:r>
              <a:rPr lang="zh-CN" altLang="en-US" sz="1700" dirty="0">
                <a:solidFill>
                  <a:srgbClr val="A39D96"/>
                </a:solidFill>
                <a:latin typeface="Calibri"/>
                <a:ea typeface="微软雅黑"/>
              </a:rPr>
              <a:t>没有会议</a:t>
            </a:r>
          </a:p>
          <a:p>
            <a:pPr marL="342900" indent="-285750">
              <a:lnSpc>
                <a:spcPct val="120000"/>
              </a:lnSpc>
              <a:spcBef>
                <a:spcPts val="1000"/>
              </a:spcBef>
              <a:buClr>
                <a:srgbClr val="E9B48E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F1EBE4"/>
                </a:solidFill>
                <a:latin typeface="Calibri"/>
                <a:ea typeface="微软雅黑"/>
              </a:rPr>
              <a:t>身体节律更稳</a:t>
            </a:r>
          </a:p>
        </p:txBody>
      </p:sp>
      <p:sp>
        <p:nvSpPr>
          <p:cNvPr id="5" name="No"/>
          <p:cNvSpPr txBox="1"/>
          <p:nvPr/>
        </p:nvSpPr>
        <p:spPr>
          <a:xfrm>
            <a:off x="9997440" y="63093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zh-CN" altLang="en-US" sz="1100" dirty="0">
                <a:solidFill>
                  <a:srgbClr val="6E6A66"/>
                </a:solidFill>
                <a:latin typeface="Calibri"/>
                <a:ea typeface="微软雅黑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640080"/>
            <a:ext cx="10363200" cy="9144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r>
              <a:rPr lang="zh-CN" altLang="en-US" sz="3200" b="1" dirty="0">
                <a:solidFill>
                  <a:srgbClr val="F1EBE4"/>
                </a:solidFill>
                <a:latin typeface="Georgia"/>
                <a:ea typeface="宋体"/>
              </a:rPr>
              <a:t>怎么开始</a:t>
            </a:r>
          </a:p>
        </p:txBody>
      </p:sp>
      <p:sp>
        <p:nvSpPr>
          <p:cNvPr id="3" name="Mark"/>
          <p:cNvSpPr/>
          <p:nvPr/>
        </p:nvSpPr>
        <p:spPr>
          <a:xfrm>
            <a:off x="914400" y="1783080"/>
            <a:ext cx="548640" cy="32004"/>
          </a:xfrm>
          <a:prstGeom prst="rect">
            <a:avLst/>
          </a:prstGeom>
          <a:solidFill>
            <a:srgbClr val="E9B48E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914400" y="2103120"/>
            <a:ext cx="10363200" cy="4023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285750">
              <a:lnSpc>
                <a:spcPct val="120000"/>
              </a:lnSpc>
              <a:spcBef>
                <a:spcPts val="1000"/>
              </a:spcBef>
              <a:buClr>
                <a:srgbClr val="E9B48E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F1EBE4"/>
                </a:solidFill>
                <a:latin typeface="Calibri"/>
                <a:ea typeface="微软雅黑"/>
              </a:rPr>
              <a:t>每天提前 15 分钟</a:t>
            </a:r>
          </a:p>
          <a:p>
            <a:pPr marL="342900" indent="-285750">
              <a:lnSpc>
                <a:spcPct val="120000"/>
              </a:lnSpc>
              <a:spcBef>
                <a:spcPts val="1000"/>
              </a:spcBef>
              <a:buClr>
                <a:srgbClr val="E9B48E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F1EBE4"/>
                </a:solidFill>
                <a:latin typeface="Calibri"/>
                <a:ea typeface="微软雅黑"/>
              </a:rPr>
              <a:t>睡前不看手机 &amp; 早点关灯</a:t>
            </a:r>
          </a:p>
        </p:txBody>
      </p:sp>
      <p:sp>
        <p:nvSpPr>
          <p:cNvPr id="5" name="No"/>
          <p:cNvSpPr txBox="1"/>
          <p:nvPr/>
        </p:nvSpPr>
        <p:spPr>
          <a:xfrm>
            <a:off x="9997440" y="63093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zh-CN" altLang="en-US" sz="1100" dirty="0">
                <a:solidFill>
                  <a:srgbClr val="6E6A66"/>
                </a:solidFill>
                <a:latin typeface="Calibri"/>
                <a:ea typeface="微软雅黑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guang">
  <a:themeElements>
    <a:clrScheme name="Fuguang">
      <a:dk1>
        <a:srgbClr val="171B20"/>
      </a:dk1>
      <a:lt1>
        <a:srgbClr val="F1EBE4"/>
      </a:lt1>
      <a:dk2>
        <a:srgbClr val="1D2227"/>
      </a:dk2>
      <a:lt2>
        <a:srgbClr val="A39D96"/>
      </a:lt2>
      <a:accent1>
        <a:srgbClr val="E9B48E"/>
      </a:accent1>
      <a:accent2>
        <a:srgbClr val="C9805A"/>
      </a:accent2>
      <a:accent3>
        <a:srgbClr val="8FA3B0"/>
      </a:accent3>
      <a:accent4>
        <a:srgbClr val="B7A58C"/>
      </a:accent4>
      <a:accent5>
        <a:srgbClr val="7E8C7A"/>
      </a:accent5>
      <a:accent6>
        <a:srgbClr val="A88BA0"/>
      </a:accent6>
      <a:hlink>
        <a:srgbClr val="E9B48E"/>
      </a:hlink>
      <a:folHlink>
        <a:srgbClr val="C9805A"/>
      </a:folHlink>
    </a:clrScheme>
    <a:fontScheme name="Fuguang">
      <a:majorFont>
        <a:latin typeface="Georgia"/>
        <a:ea typeface="宋体"/>
        <a:cs typeface=""/>
      </a:majorFont>
      <a:minorFont>
        <a:latin typeface="Calibri"/>
        <a:ea typeface="微软雅黑"/>
        <a:cs typeface=""/>
      </a:minorFont>
    </a:fontScheme>
    <a:fmtScheme name="Fugua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早起的力量</dc:title>
  <dc:creator>Vignette</dc:creator>
</cp:coreProperties>
</file>